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D841DD-B59D-46DD-965B-180132FBD04B}" v="14" dt="2023-09-06T20:47:05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6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18661-1033-2FA4-BB23-BAAE69EB6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4741A3-DD77-7D46-2800-F60248F41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613EF-97C3-0809-A60C-3E47D4D72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4EEE4-B836-CE84-31C9-811A0CF0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C0BE-E939-D97F-23EA-AD224A3A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8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4265-BDC9-0246-A82D-4CFB0F92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E1B5-AF5F-C008-30E8-0BE19B09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9C830-A524-AF64-312F-ECF890A56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2C28-448C-0BEF-C6FC-F9746B8F4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6D4AB-83E9-2EC0-DC47-FE203E59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4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116DC-59C5-C1A2-0AB5-6D2DADEB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7C538-485E-396D-608C-8CC5AFB90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5994A-3562-DA6C-08F8-922AA79C1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BBE75-89EA-CBD8-0CD0-44FA764A6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A3BDE-F4E8-FCC8-26C7-3DBF09DE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51E8-4E98-6F5E-D780-E66CF513A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95782-8F88-9360-C43C-66E12076E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0132F-A5A7-40BD-00EA-F82EFE25E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4E626-A9A5-4C28-21AA-4D55721B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C45BD-2208-E798-556F-48AD8522D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47149-86EE-40CA-E54A-DDE1D38E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4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B7A11-4788-4A3C-DD74-6AFD85CD4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7D955-C2A4-7765-5567-D0DA7A321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57A50-B54F-30CA-3BDC-9A44D43DB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36256-C701-A621-6A93-456A9B316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28AF9-3FAE-DDB5-9702-17A579C40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C6A64E-44B2-4CC2-DC3E-E4BCAE431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F3CDC-6981-85DD-8B88-B9FCBA55E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707B4E-C4F1-3195-1D34-246582E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79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856E-9D66-17B4-F6F1-6CECDA3D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AD2B92-D008-5780-2ABC-AAD7A094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A404C-B37E-0FEC-F467-9E017ED7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C764A-9F11-9716-A064-2BE86B83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71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E9429-994D-F15D-A1D4-55A79E23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519E7-4D75-3A87-9D40-18E71E126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446D2-B2EB-87B7-4213-35B46E1C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01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2C42-2F56-5578-D826-44DF8A78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CF3D-FD08-9C20-ED37-63E0ABA21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6A247-3EEB-B0F4-FB37-CACA2C834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35A7-0A66-12DF-0D18-4E9D531AE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732FF-8704-9180-9832-FB958EBD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779C0-AC79-7288-E37D-C8BE4EB4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83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F5BD-4100-60AD-BA53-DBD9AAD5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0540E-4280-22A1-D982-B5381FF01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31720-870F-1DF6-0967-C30AFE0DB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B9D48-425F-3CE6-D9F4-8B3871FA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C1D75-2AC8-56BB-630C-31498366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29DF8-1DB3-41F8-D95F-1308721B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05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FD3E-BCEC-266F-4EA1-4B11EE91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9EAB3-8825-E51E-E46C-BE01588D3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C0D0-E608-7CC3-5052-C71ECFF04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903A8-F0D9-C43D-7F77-B6A6214C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AB0F2-BE26-8819-3181-908892D5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D23F6-A15D-2ED7-EFD8-EF7DB4AAD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0A49D-9A3B-5218-1AF7-60325DDD6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C344C-D9D7-DDB5-370E-BD6F4621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86134-5B85-F292-44F9-6B77CFE7A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37E8E-FDBF-C107-7CF8-3529A136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4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8FBA32-5E9E-CE1B-E32B-46491C98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68D10-10D3-4006-B942-ABAEB75DB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04666-D75D-0F3B-C0EB-EE8CADCBC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DCE43-91C4-4126-A008-884BD3E96D4B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3E076-F94F-C3FF-A42D-D13287F84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EB0B3-D806-5E93-14A6-9D0EAC9D4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E79CD-B178-410D-B524-41DFB44C4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2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AD1B441-A98B-3AC7-BB16-9B1EC07EA1FD}"/>
              </a:ext>
            </a:extLst>
          </p:cNvPr>
          <p:cNvGrpSpPr/>
          <p:nvPr/>
        </p:nvGrpSpPr>
        <p:grpSpPr>
          <a:xfrm>
            <a:off x="1116000" y="699639"/>
            <a:ext cx="3564000" cy="4906935"/>
            <a:chOff x="5522400" y="922839"/>
            <a:chExt cx="3564000" cy="490693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30A3D24-26EB-FCD7-8712-0DD2AAA7D8A7}"/>
                </a:ext>
              </a:extLst>
            </p:cNvPr>
            <p:cNvGrpSpPr/>
            <p:nvPr/>
          </p:nvGrpSpPr>
          <p:grpSpPr>
            <a:xfrm>
              <a:off x="5616000" y="3607200"/>
              <a:ext cx="3470400" cy="943200"/>
              <a:chOff x="5616000" y="3607200"/>
              <a:chExt cx="3470400" cy="9432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5D3EF88-24A0-79D3-9197-DCEFB2B0BE60}"/>
                  </a:ext>
                </a:extLst>
              </p:cNvPr>
              <p:cNvSpPr/>
              <p:nvPr/>
            </p:nvSpPr>
            <p:spPr>
              <a:xfrm>
                <a:off x="5616000" y="3607200"/>
                <a:ext cx="3470400" cy="943200"/>
              </a:xfrm>
              <a:prstGeom prst="rect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9B5E681C-C2F1-C361-93FF-531101EE45CD}"/>
                  </a:ext>
                </a:extLst>
              </p:cNvPr>
              <p:cNvSpPr/>
              <p:nvPr/>
            </p:nvSpPr>
            <p:spPr>
              <a:xfrm>
                <a:off x="5830800" y="3805750"/>
                <a:ext cx="3040800" cy="5461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Fabric "core" extension</a:t>
                </a:r>
              </a:p>
            </p:txBody>
          </p:sp>
        </p:grp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FB4CC54-B3F2-319C-105C-261A2867A980}"/>
                </a:ext>
              </a:extLst>
            </p:cNvPr>
            <p:cNvSpPr/>
            <p:nvPr/>
          </p:nvSpPr>
          <p:spPr>
            <a:xfrm>
              <a:off x="5830800" y="5283674"/>
              <a:ext cx="3040800" cy="54610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VS Code</a:t>
              </a:r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DF731A4E-9267-8528-5D6A-43F03216953D}"/>
                </a:ext>
              </a:extLst>
            </p:cNvPr>
            <p:cNvSpPr/>
            <p:nvPr/>
          </p:nvSpPr>
          <p:spPr>
            <a:xfrm>
              <a:off x="7272000" y="2916000"/>
              <a:ext cx="194400" cy="581350"/>
            </a:xfrm>
            <a:prstGeom prst="down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726D0C9A-2115-7EC8-CA28-936F87657899}"/>
                </a:ext>
              </a:extLst>
            </p:cNvPr>
            <p:cNvSpPr/>
            <p:nvPr/>
          </p:nvSpPr>
          <p:spPr>
            <a:xfrm>
              <a:off x="7315200" y="4626362"/>
              <a:ext cx="194400" cy="581350"/>
            </a:xfrm>
            <a:prstGeom prst="down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0353616-AF9F-6BCD-D56F-7669C5E13058}"/>
                </a:ext>
              </a:extLst>
            </p:cNvPr>
            <p:cNvGrpSpPr/>
            <p:nvPr/>
          </p:nvGrpSpPr>
          <p:grpSpPr>
            <a:xfrm>
              <a:off x="5522400" y="922839"/>
              <a:ext cx="3564000" cy="1917199"/>
              <a:chOff x="5522400" y="922839"/>
              <a:chExt cx="3564000" cy="191719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0771A80C-F394-9A15-14D2-94BC41A159C1}"/>
                  </a:ext>
                </a:extLst>
              </p:cNvPr>
              <p:cNvGrpSpPr/>
              <p:nvPr/>
            </p:nvGrpSpPr>
            <p:grpSpPr>
              <a:xfrm>
                <a:off x="5616000" y="1184038"/>
                <a:ext cx="3470400" cy="1656000"/>
                <a:chOff x="5616000" y="1184038"/>
                <a:chExt cx="3470400" cy="1656000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ACD90178-F640-5E18-EC3B-5C9A6B53B4DB}"/>
                    </a:ext>
                  </a:extLst>
                </p:cNvPr>
                <p:cNvSpPr/>
                <p:nvPr/>
              </p:nvSpPr>
              <p:spPr>
                <a:xfrm>
                  <a:off x="5616000" y="1184038"/>
                  <a:ext cx="3470400" cy="1656000"/>
                </a:xfrm>
                <a:prstGeom prst="rect">
                  <a:avLst/>
                </a:prstGeom>
                <a:ln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6975AD76-61F2-653C-18DF-A6EEDDE0DE16}"/>
                    </a:ext>
                  </a:extLst>
                </p:cNvPr>
                <p:cNvSpPr/>
                <p:nvPr/>
              </p:nvSpPr>
              <p:spPr>
                <a:xfrm>
                  <a:off x="5830800" y="1377238"/>
                  <a:ext cx="3040800" cy="54610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Synapse workload extension</a:t>
                  </a:r>
                </a:p>
              </p:txBody>
            </p:sp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E17D7F53-096B-2FEF-20CE-DC8634D3CA27}"/>
                    </a:ext>
                  </a:extLst>
                </p:cNvPr>
                <p:cNvSpPr/>
                <p:nvPr/>
              </p:nvSpPr>
              <p:spPr>
                <a:xfrm>
                  <a:off x="5830800" y="2116538"/>
                  <a:ext cx="3040800" cy="546100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App Dev workload extension</a:t>
                  </a: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41B278-3E12-8AF4-AD0D-F802BFC92847}"/>
                  </a:ext>
                </a:extLst>
              </p:cNvPr>
              <p:cNvSpPr txBox="1"/>
              <p:nvPr/>
            </p:nvSpPr>
            <p:spPr>
              <a:xfrm>
                <a:off x="5522400" y="922839"/>
                <a:ext cx="14819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Satellite extensions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6349BA-537A-DA39-B9CC-1D0866E2039F}"/>
                </a:ext>
              </a:extLst>
            </p:cNvPr>
            <p:cNvSpPr txBox="1"/>
            <p:nvPr/>
          </p:nvSpPr>
          <p:spPr>
            <a:xfrm>
              <a:off x="5522400" y="3340809"/>
              <a:ext cx="1182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Core extension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09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Wade</dc:creator>
  <cp:lastModifiedBy>Mike Wade</cp:lastModifiedBy>
  <cp:revision>1</cp:revision>
  <dcterms:created xsi:type="dcterms:W3CDTF">2023-09-06T20:36:45Z</dcterms:created>
  <dcterms:modified xsi:type="dcterms:W3CDTF">2023-09-06T20:52:34Z</dcterms:modified>
</cp:coreProperties>
</file>